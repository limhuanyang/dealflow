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spc="-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CRM that doesn't suck.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Speed-first. AI-native. Built for the modern team.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·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CRM today makes you choose.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nobody wins.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9748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3017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HubSpot, Salesforce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but bloated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Sluggish UI; modals on modals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at scale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Locked-in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69748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463040"/>
            <a:ext cx="73152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Pipedrive, Close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but limited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4231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AI workflow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data model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is shallow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pricing punishes growth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463040"/>
            <a:ext cx="269748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463040"/>
            <a:ext cx="73152" cy="30175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Vtiger OSS, SuiteCRM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but ugly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4231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2008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burden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modern UX patterns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community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shouldn’t have to.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· github.com/LimHuanYang/DealFlow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wins on two things.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five. Two.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7099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keyboard-first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"HubSpot feels like a mainframe. DealFlow feels like Linear."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Cmd-K runs every action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transitions under 100 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updates everywhere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edit. No modal-per-field nonsense.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691640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669280" y="17099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0" y="2423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"Incumbents bolt AI on. DealFlow is built around it."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1546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long notes in 2 bullets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follow-up emails from deal context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filters ("stalled &gt;14d, &gt;$10k")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contacts from pasted email signatures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· github.com/LimHuanYang/DealFlow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kernel. Four audiences.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share the same core. Each gets dedicated features over Phases 2-4.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776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73152" cy="1508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099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founders &amp; 2-10 person startups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is bloated. Pipedrive is overkill. Notion isn’t a CRM.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39776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508760"/>
            <a:ext cx="73152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7099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&amp; consultancies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22860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pipeline + client projects + time-tracking in one place.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39776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46120"/>
            <a:ext cx="73152" cy="15087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472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sales teams (10-50 reps)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0233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automation + reporting without a Salesforce admin.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9776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246120"/>
            <a:ext cx="73152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4472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/ privacy-first companies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40233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UX, on their own infrastructure. Vtiger looks like 2008.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· github.com/LimHuanYang/DealFlow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The kernel.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our four audiences share. Built first, polished, then expanded.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3152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CRM data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7947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stages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73552"/>
            <a:ext cx="73152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735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685032"/>
            <a:ext cx="3794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with drag-drop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Activities, Notes, Tasks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editing everywhere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73152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173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92040" y="1828800"/>
            <a:ext cx="37947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auth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invitations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3273552"/>
            <a:ext cx="73152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2735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92040" y="3685032"/>
            <a:ext cx="3794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AI actions in v1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Cmd-K command palette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+ self-host from one codebase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· github.com/LimHuanYang/DealFlow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from kernel to category leader.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ships something real. No 12-month silent builds.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1645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+ Pipeline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Activities, Notes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Orgs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AI actions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20116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691640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months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88920" y="2514600"/>
            <a:ext cx="1645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sync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links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OAuth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20116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691640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months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1645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objects + fields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Time-tracking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projects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463040"/>
            <a:ext cx="20116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86600" y="1691640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 months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8660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86600" y="2514600"/>
            <a:ext cx="1645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 + webhooks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integrations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SAML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· github.com/LimHuanYang/DealFlow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or self-host. Same code.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env var switches modes. No fork, no two products.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3931920" cy="640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dealflow.app · multi-tenant · hosted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organizations in one DB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 configured by us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routes (Stripe, post-Phase-1)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Auto-updates, no ops for users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17320"/>
            <a:ext cx="393192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417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Single-org Docker image · your infra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5603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owns their data + DB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AI (or AI_PROVIDER=none)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billing, no telemetry by default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privacy-first companies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4343400"/>
            <a:ext cx="6400800" cy="4572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343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DEPLOYMENT_MODE=saas | self-host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· github.com/LimHuanYang/DealFlow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Boring, modern tech.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interesting parts go in the product, not the stack.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228600" cy="228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19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22 + Fastify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runtime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554480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88920" y="1737360"/>
            <a:ext cx="228600" cy="228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719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Drizzle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typed 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737360"/>
            <a:ext cx="228600" cy="228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719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TanStack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routing + queries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554480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86600" y="1737360"/>
            <a:ext cx="228600" cy="228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719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 + shadcn/ui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+ accessible primitives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2834640"/>
            <a:ext cx="228600" cy="228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2816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pg-boss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 (in Postgres)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2651760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88920" y="2834640"/>
            <a:ext cx="228600" cy="228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2816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+ OpenAI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AI providers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651760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2834640"/>
            <a:ext cx="228600" cy="228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2816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WSL 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780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 + self-host image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03720" y="2651760"/>
            <a:ext cx="1965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086600" y="2834640"/>
            <a:ext cx="228600" cy="228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2816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(strict)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0664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type safety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exotic dependencies. No Redis. No Kubernetes for v1. A single junior dev should be able to read this stack and ship.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· github.com/LimHuanYang/DealFlow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 — May 2026.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 from day one. No vaporware.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spc="-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tasks complete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371600"/>
            <a:ext cx="30175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51760" y="1371600"/>
            <a:ext cx="30175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1920240"/>
            <a:ext cx="2651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monorepo + TypeScript strict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@dealflow/shared (Zod schemas)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@dealflow/db (Drizzle scaffold)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@dealflow/ai (provider + Noop)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unit tests passing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+ CI plan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 plan docs (20 + 1937 lines)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TESTING.md + SETUP.md for non-devs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1371600"/>
            <a:ext cx="30175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1371600"/>
            <a:ext cx="301752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(Sub-Plans 1-4)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1920240"/>
            <a:ext cx="2651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dev environment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 API + integration tests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+ shadcn skeleton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 smoke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green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Sub-Plan 2: Auth + Multi-tenancy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Sub-Plan 3: Contacts + Companies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Sub-Plan 4: Pipeline + Deals (kanban)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· github.com/LimHuanYang/DealFlow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stack up.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plan to land once Phase 1 ships. Be honest, not greedy.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HubSpot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Pipedrive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Vtiger 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/ keyboard 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(bolt-on)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Modern, accessible 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Public, open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(SMB tier)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→ 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 = strong differentiator     ✓ = supported     — = weak     ✗ = not supported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· github.com/LimHuanYang/DealFlow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spc="-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in?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6974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03120"/>
            <a:ext cx="26974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github.com/LimHuanYang/DealFlow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repo. Watch / star for updates as Phase 1 ships.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103120"/>
            <a:ext cx="26974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210312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 design partner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11880" y="278892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 + your feedback shapes the product.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small B2B sales team, agency, or solo founder.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03120"/>
            <a:ext cx="26974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03120"/>
            <a:ext cx="269748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something custom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278892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CRM work or DealFlow-on-your-infra deployments.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 to discuss scope.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limhuanyang@hotmail.com  ·  github.com/LimHuanYang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·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DealFlow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DealFlow — A CRM That Doesn't Suck</dc:title>
  <dc:subject>PptxGenJS Presentation</dc:subject>
  <dc:creator>DealFlow</dc:creator>
  <cp:lastModifiedBy>DealFlow</cp:lastModifiedBy>
  <cp:revision>1</cp:revision>
  <dcterms:created xsi:type="dcterms:W3CDTF">2026-05-14T02:11:05Z</dcterms:created>
  <dcterms:modified xsi:type="dcterms:W3CDTF">2026-05-14T02:11:05Z</dcterms:modified>
</cp:coreProperties>
</file>